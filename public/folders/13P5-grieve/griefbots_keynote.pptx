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We've tried everything.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56032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longevity stacks, nootropics, NMN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91840" y="914400"/>
            <a:ext cx="256032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2900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apps, retreats, breathwork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126480" y="914400"/>
            <a:ext cx="256032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508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1874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preservation, anti-aging, extension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56032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therapy, EMDR, psychedelics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2971800"/>
            <a:ext cx="256032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BIOHACKING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trackers, implants, optimization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256032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5661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GRATITUDE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3931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journals, affirmations, rituals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Replace cards with Freepik-generated editorial images 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Grief is the loss of the version</a:t>
            </a:r>
            <a:endParaRPr lang="en-US" sz="3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ourselves that only they could see.</a:t>
            </a:r>
            <a:endParaRPr 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400" dirty="0"/>
          </a:p>
        </p:txBody>
      </p:sp>
      <p:sp>
        <p:nvSpPr>
          <p:cNvPr id="3" name="Text 1"/>
          <p:cNvSpPr/>
          <p:nvPr/>
        </p:nvSpPr>
        <p:spPr>
          <a:xfrm>
            <a:off x="3200400" y="1371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recording protocol.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and preserves your loved one's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of you. Not their photos. Not their voice.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perception. The way they held you in their mind.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Intact. Recoverable. Permanent.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400" dirty="0"/>
          </a:p>
        </p:txBody>
      </p:sp>
      <p:sp>
        <p:nvSpPr>
          <p:cNvPr id="3" name="Text 1"/>
          <p:cNvSpPr/>
          <p:nvPr/>
        </p:nvSpPr>
        <p:spPr>
          <a:xfrm>
            <a:off x="3200400" y="1371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grief commons.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Grief was never meant to be private. Before modernity,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villages held the memory of the dead.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neighbor knew your father.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baker knew your mother's laugh.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lost that. We're bringing it back.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828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400" dirty="0"/>
          </a:p>
        </p:txBody>
      </p:sp>
      <p:sp>
        <p:nvSpPr>
          <p:cNvPr id="3" name="Text 1"/>
          <p:cNvSpPr/>
          <p:nvPr/>
        </p:nvSpPr>
        <p:spPr>
          <a:xfrm>
            <a:off x="3200400" y="1371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sentence.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0" y="22860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application that delivers the exact right sentence,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exact right time, from the exact right person,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relieve grief. Not a chatbot. Not a script.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 sentence, delivered by a living person near you,</a:t>
            </a:r>
            <a:endParaRPr lang="en-US" sz="14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informed by the one you lost.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RememberanceOS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3200400" y="3291840"/>
            <a:ext cx="2743200" cy="0"/>
          </a:xfrm>
          <a:prstGeom prst="line">
            <a:avLst/>
          </a:prstGeom>
          <a:noFill/>
          <a:ln w="19050">
            <a:solidFill>
              <a:srgbClr val="D4A84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1371600"/>
            <a:ext cx="1645920" cy="164592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1371600"/>
            <a:ext cx="1645920" cy="164592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RememberanceOS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will never grieve alone. You will never be forgotten.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Griefbots - RememberanceOS Keynote</dc:title>
  <dc:subject>PptxGenJS Presentation</dc:subject>
  <dc:creator>Halim</dc:creator>
  <cp:lastModifiedBy>Halim</cp:lastModifiedBy>
  <cp:revision>1</cp:revision>
  <dcterms:created xsi:type="dcterms:W3CDTF">2026-04-03T16:52:36Z</dcterms:created>
  <dcterms:modified xsi:type="dcterms:W3CDTF">2026-04-03T16:52:36Z</dcterms:modified>
</cp:coreProperties>
</file>